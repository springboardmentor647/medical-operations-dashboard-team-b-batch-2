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AD4C-DC7A-3A7F-0B49-9D20FFEA1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389EA-E54A-4A9B-FEA2-CC1743ED3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AB702-38B6-75CD-942E-C8528052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6E0DD-DB50-6438-7D4D-74370FEC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8061F-9B41-D39A-7E93-04FE556B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76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5917-17F4-4E50-DD0A-3FEFA752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D5B5C-71C4-6B3C-B968-9F606D2DF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51D1-5FE7-312E-3200-895A266D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11D42-0C27-2F07-BC6A-BB7D2403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CE99-ADF0-DDC1-2951-E3AC1A33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18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EE12-D811-DD01-24B0-03A53DC6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8578-F832-3E24-F540-07C223509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F502-1F86-D019-45AE-E8DA2C0F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3B857-8E62-66EF-423E-16A49791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E60CE-6DB0-BB5B-7C8D-B8241406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1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3030E-4D03-ED11-DC3C-D8411843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BAC9-91AF-737C-7715-5EB9450AA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34074-C4A5-3E5C-F98E-DA434336A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BABC7-FC8A-031D-5A90-D5858435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A002F-4924-703A-8A1A-BD5C4E6D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F3954-DEBD-CC40-2732-3E2E3E2D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9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E8E9-7108-0339-FEC7-8FC306B4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A3A4C-D3C5-0E6A-AB06-6780F6074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D3762-A601-6D45-6B37-93D8B799B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79A49-9550-8F72-337F-1A675F821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9CF3C-BB15-0E6B-B7A2-C88ACEDD2C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D71C92-2EA4-DCF7-B59B-F0B85A73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352B4-6051-0414-FBEC-D39B62AA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DED7D-C0A1-8783-409D-569B7FF3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19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FB63-12E3-129A-DE4E-702F1F0C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F63DD-5E20-B688-0DD5-9116E501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FAEAE-F173-05D1-19B7-D77B3427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1B1BB-861B-930F-DC7B-409A7116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6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F2B41-DC27-8E39-A85B-0F2C8D47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CD220-9B79-2FC7-81F4-1276C871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81BA-6A3E-CA2A-2BCF-787DBEFA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11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7998-3B31-62F3-5794-0FD8A481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C5636-487F-8585-CB01-F709E591F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7CFDB-D0F6-3EE3-2C37-14775D612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AAE21-E54E-01FB-C3F2-36B2194C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F9D58-E4D9-09D8-ADF7-639EAF20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44DD5-0A91-4C7E-0FFE-7806647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2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D6F6-8A19-F325-7DE6-53CC1AC5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9D8F2-473A-DD0B-651C-D2E6104F7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FE479-77F8-80B1-A6DD-4F895FCF1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681B5-1926-601C-AD27-197CDE4D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20A6F-59F5-E269-CE29-E90ED704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24A70-E0E7-F92A-3C3C-34399027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4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9823-EA96-7C6D-4365-988D4918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EF496-2BB7-3D1D-7A36-D9C3BA961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CC92A-64B5-7FD4-BF6E-6DADA9ED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2143C-3CB3-2F1F-6C7E-57FE01D5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C18C8-7B50-39AD-4108-5C2F038D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67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C1BF0-A503-C65D-D0CF-30DB45EDA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C165A-8053-D8E3-7C9D-391DF216F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3DC6-DAEF-FDCF-9D09-B6483439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C6E3C-95A0-2E66-9E03-C3013502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F1AC-D778-78B9-967F-240AA360D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EE123C-AF2C-4359-F884-DE942D14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722E9-8742-056C-92E7-0766148A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B0C4-CDD3-D409-9F5E-224C48CFA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6CDC-C834-4BAD-BE2B-8AE3738C4BB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A6F5-0B20-AF3E-D837-AB5EABB23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16063-A5F3-C570-6713-B6FDD8C0D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70F36-042E-4E3B-BD95-D9983C5F5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66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C14D83-59AF-2312-AAA2-CF73E11C5F83}"/>
              </a:ext>
            </a:extLst>
          </p:cNvPr>
          <p:cNvSpPr txBox="1"/>
          <p:nvPr/>
        </p:nvSpPr>
        <p:spPr>
          <a:xfrm>
            <a:off x="1745672" y="628071"/>
            <a:ext cx="870065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200" b="1" dirty="0"/>
              <a:t>1: Team Introduction </a:t>
            </a:r>
          </a:p>
          <a:p>
            <a:r>
              <a:rPr lang="en-US" sz="3200" b="1" dirty="0"/>
              <a:t>Project Title: Medical Operations Intelligence</a:t>
            </a:r>
          </a:p>
          <a:p>
            <a:r>
              <a:rPr lang="en-US" sz="2800" dirty="0"/>
              <a:t>Dashboard Team Members &amp; roles:</a:t>
            </a:r>
          </a:p>
          <a:p>
            <a:r>
              <a:rPr lang="en-US"/>
              <a:t>1. MAHA </a:t>
            </a:r>
            <a:r>
              <a:rPr lang="en-US" dirty="0"/>
              <a:t>LAKSHMI:                      PPT.</a:t>
            </a:r>
          </a:p>
          <a:p>
            <a:r>
              <a:rPr lang="en-US" dirty="0"/>
              <a:t>2. PRIYANKA:                                  PPT.</a:t>
            </a:r>
          </a:p>
          <a:p>
            <a:r>
              <a:rPr lang="en-US" dirty="0"/>
              <a:t>3. KANCHANKUMARI RANA:  DATA COLLECTION ,PREPARATION,CLEANING.</a:t>
            </a:r>
          </a:p>
          <a:p>
            <a:r>
              <a:rPr lang="en-US" dirty="0"/>
              <a:t>4. MAHENOOR:                             DATA COLLECTION,PREPARATION,CLEANING.</a:t>
            </a:r>
          </a:p>
          <a:p>
            <a:r>
              <a:rPr lang="en-US" dirty="0"/>
              <a:t>5. AVNEENDRA:                             EDA ANALYSIS.</a:t>
            </a:r>
          </a:p>
          <a:p>
            <a:r>
              <a:rPr lang="en-US" dirty="0"/>
              <a:t>6. BALAJI:                                          DATA COLLECTION.</a:t>
            </a:r>
          </a:p>
          <a:p>
            <a:r>
              <a:rPr lang="en-US" dirty="0"/>
              <a:t>7. SARANKUMAR:                         GITHUB WORK FLOW.</a:t>
            </a:r>
          </a:p>
          <a:p>
            <a:r>
              <a:rPr lang="en-US" dirty="0"/>
              <a:t>8. HARESH: 		  GITHUBWORKFLOW.</a:t>
            </a:r>
          </a:p>
          <a:p>
            <a:r>
              <a:rPr lang="en-US" dirty="0"/>
              <a:t>9. VISHAL V N:                                 PROJECT COORDINATOR.</a:t>
            </a:r>
          </a:p>
          <a:p>
            <a:r>
              <a:rPr lang="en-US" sz="2400" b="1" dirty="0"/>
              <a:t>Project Overview:</a:t>
            </a:r>
          </a:p>
          <a:p>
            <a:r>
              <a:rPr lang="en-US" sz="2000" dirty="0"/>
              <a:t>Develop an interactive dashboard to analyze hospital operations. Monitor patient flow, doctor availability, appointments, and resource utilization.</a:t>
            </a:r>
          </a:p>
          <a:p>
            <a:r>
              <a:rPr lang="en-US" sz="2000" dirty="0"/>
              <a:t>Generate insights to improve hospital efficiency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4096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AF251D-B4EC-5CAF-61C6-0B56B2CB755E}"/>
              </a:ext>
            </a:extLst>
          </p:cNvPr>
          <p:cNvSpPr txBox="1"/>
          <p:nvPr/>
        </p:nvSpPr>
        <p:spPr>
          <a:xfrm>
            <a:off x="2449206" y="920621"/>
            <a:ext cx="90830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2.Milestone 1 Objective: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 of milestone 1: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healthcare operational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healthcare KPIs.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datasets for future analytics and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deliverables: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integrated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KPI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ready for dashboard development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2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A8B8A6-F30B-02C0-571C-5DC18C88DC51}"/>
              </a:ext>
            </a:extLst>
          </p:cNvPr>
          <p:cNvSpPr txBox="1"/>
          <p:nvPr/>
        </p:nvSpPr>
        <p:spPr>
          <a:xfrm>
            <a:off x="2629593" y="843494"/>
            <a:ext cx="78841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3.Dataset collection: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Operations Dataset (CSV)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operational records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Dataset?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real hospital operational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patient flow and resource utilization analysis.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ID, Age ,Gender, Department ,Admission Date, Discharge Date, Length of Stay, Bed Occupancy, Doctor, Diagnosis, Treatment Cost, Hospital.</a:t>
            </a:r>
          </a:p>
        </p:txBody>
      </p:sp>
    </p:spTree>
    <p:extLst>
      <p:ext uri="{BB962C8B-B14F-4D97-AF65-F5344CB8AC3E}">
        <p14:creationId xmlns:p14="http://schemas.microsoft.com/office/powerpoint/2010/main" val="983227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3CFC9-37FE-A4EF-CA1D-4D70913D4B76}"/>
              </a:ext>
            </a:extLst>
          </p:cNvPr>
          <p:cNvSpPr txBox="1"/>
          <p:nvPr/>
        </p:nvSpPr>
        <p:spPr>
          <a:xfrm>
            <a:off x="2910100" y="75042"/>
            <a:ext cx="6694979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Cleaning &amp; Preparation: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where necessary.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NumPy.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Exploratory Data Analysis (EDA) using Matplotlib and Seaborn to understand data distribution, identify trends, and uncover operational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Length of Stay.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KPI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clean dataset for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6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5611A1-40B5-8186-0B58-AB0D18FEA7D9}"/>
              </a:ext>
            </a:extLst>
          </p:cNvPr>
          <p:cNvSpPr txBox="1"/>
          <p:nvPr/>
        </p:nvSpPr>
        <p:spPr>
          <a:xfrm>
            <a:off x="3296457" y="769678"/>
            <a:ext cx="668528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5.Learnings: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Learned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Handling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Helps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clean data for visualization.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dashboard creation.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analysis accuracy.</a:t>
            </a:r>
          </a:p>
        </p:txBody>
      </p:sp>
    </p:spTree>
    <p:extLst>
      <p:ext uri="{BB962C8B-B14F-4D97-AF65-F5344CB8AC3E}">
        <p14:creationId xmlns:p14="http://schemas.microsoft.com/office/powerpoint/2010/main" val="67700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B8BB4-98CF-8B0C-BD59-7E7CF2D32637}"/>
              </a:ext>
            </a:extLst>
          </p:cNvPr>
          <p:cNvSpPr txBox="1"/>
          <p:nvPr/>
        </p:nvSpPr>
        <p:spPr>
          <a:xfrm>
            <a:off x="2895600" y="889843"/>
            <a:ext cx="85547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Challenges &amp; Solutions: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 handling.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or removed missing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Deleted duplicate rows.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Pandas for efficient processing.</a:t>
            </a:r>
          </a:p>
        </p:txBody>
      </p:sp>
    </p:spTree>
    <p:extLst>
      <p:ext uri="{BB962C8B-B14F-4D97-AF65-F5344CB8AC3E}">
        <p14:creationId xmlns:p14="http://schemas.microsoft.com/office/powerpoint/2010/main" val="228714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19C25-A083-B861-8F6F-75122E250A58}"/>
              </a:ext>
            </a:extLst>
          </p:cNvPr>
          <p:cNvSpPr txBox="1"/>
          <p:nvPr/>
        </p:nvSpPr>
        <p:spPr>
          <a:xfrm>
            <a:off x="2888211" y="889843"/>
            <a:ext cx="104546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3600" b="1" dirty="0"/>
              <a:t>7 .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PPT Preparation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separate branches.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into the main branch using Pull Requests.</a:t>
            </a:r>
          </a:p>
        </p:txBody>
      </p:sp>
    </p:spTree>
    <p:extLst>
      <p:ext uri="{BB962C8B-B14F-4D97-AF65-F5344CB8AC3E}">
        <p14:creationId xmlns:p14="http://schemas.microsoft.com/office/powerpoint/2010/main" val="2294516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B48EA-83F7-800F-F8F6-2D042A66FFB1}"/>
              </a:ext>
            </a:extLst>
          </p:cNvPr>
          <p:cNvSpPr txBox="1"/>
          <p:nvPr/>
        </p:nvSpPr>
        <p:spPr>
          <a:xfrm>
            <a:off x="2941689" y="2293329"/>
            <a:ext cx="804672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. Conclusion: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collected the healthcare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prepared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key healthcare KPIs.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dataset for analytics.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89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931ED-E728-3A49-414B-824C2F7610BB}"/>
              </a:ext>
            </a:extLst>
          </p:cNvPr>
          <p:cNvSpPr txBox="1"/>
          <p:nvPr/>
        </p:nvSpPr>
        <p:spPr>
          <a:xfrm>
            <a:off x="2322576" y="1505396"/>
            <a:ext cx="710488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9.What’s next ?(milestone 2)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Objective: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Patient Flow &amp; Service Demand Intelligence.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Key Focus: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Analyze patient 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Track departmental workload.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Identify operational bottlenecks.</a:t>
            </a:r>
          </a:p>
        </p:txBody>
      </p:sp>
    </p:spTree>
    <p:extLst>
      <p:ext uri="{BB962C8B-B14F-4D97-AF65-F5344CB8AC3E}">
        <p14:creationId xmlns:p14="http://schemas.microsoft.com/office/powerpoint/2010/main" val="387513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510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challamahii@gmail.com</dc:creator>
  <cp:lastModifiedBy>SARANKUMAR S</cp:lastModifiedBy>
  <cp:revision>7</cp:revision>
  <dcterms:created xsi:type="dcterms:W3CDTF">2026-07-29T18:45:16Z</dcterms:created>
  <dcterms:modified xsi:type="dcterms:W3CDTF">2026-07-31T14:01:37Z</dcterms:modified>
</cp:coreProperties>
</file>